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822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73184" y="822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8128" y="822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63072" y="822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517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73184" y="1517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8128" y="1517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63072" y="1517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2128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73184" y="22128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8128" y="22128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63072" y="22128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29077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29077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8128" y="29077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31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座席配置ツール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使い方ガイド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68680" y="3977640"/>
            <a:ext cx="1280160" cy="411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CSV読み込みから自動配置、手動調整、印刷・保存まで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担当者向け 操作説明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このツールでできること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ブラウザだけで動作。サーバー登録や特別なソフトは不要です。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CSVを読み込んで自動配置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606040"/>
            <a:ext cx="4562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月間シフト・新人リスト・配慮リストの3つを読み込むだけで、指定した日の座席を自動で割り当て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947672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日勤・夜勤の両方に対応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91072" y="2606040"/>
            <a:ext cx="4562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夜勤GL枠や隣接回避など、夜勤特有のルールも自動で判定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187952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ドラッグ＆ドロップで調整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" y="4846320"/>
            <a:ext cx="4562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自動配置後も、カードを動かすだけで直感的に手直しできる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4187952"/>
            <a:ext cx="502920" cy="50292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違反チェック・印刷・保存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91072" y="4846320"/>
            <a:ext cx="4562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手直し後のルール違反チェック、A4印刷、配置のJSON保存/読み込みに対応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使い方の流れ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この7ステップだけ覚えれば大丈夫です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063240"/>
            <a:ext cx="95097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3つのCSVを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2504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504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2504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配置対象日を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1000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「自動配置を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実行」を押す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メッセージを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7992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992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992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必要なら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ドラッグで調整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64880" y="2377440"/>
            <a:ext cx="1371600" cy="13716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488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6488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配置違反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49840" y="2377440"/>
            <a:ext cx="1371600" cy="1371600"/>
          </a:xfrm>
          <a:prstGeom prst="ellipse">
            <a:avLst/>
          </a:prstGeom>
          <a:solidFill>
            <a:srgbClr val="FF7A4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1993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4984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印刷 or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6〜7は「4. 夜勤 座席配置」パネル下部のボタンから操作します（日勤・夜勤共通）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120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「自動配置を実行」までは1回押すだけ。手直しが必要な日だけ4〜7を行います。多くの日は1〜4で完了します。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準備するCSVは3つ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ファイル名に shift / rookie / secret を含めると、ドラッグ&amp;ドロップ時に自動で振り分けられます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411480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35021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月間シフトCSV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1か月分の全出勤情報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列構成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日付・氏名・開始時刻・終了時刻・前残業・後残業・役割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3044952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2062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役割は「役席」「GL」「OP」のいずれか。読み込み後、配置対象日を選んで使う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1691640"/>
            <a:ext cx="3502152" cy="411480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6552" y="16916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2E8B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6552" y="2148840"/>
            <a:ext cx="3502152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1764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rookie.csv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45152" y="21488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新人リスト（OPが対象）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5152" y="265176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列構成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5152" y="29260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氏名・新人度合い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45152" y="4023360"/>
            <a:ext cx="3044952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42062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数値が小さいほど新人。2列目固定席への優先配置に使う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93024" y="1691640"/>
            <a:ext cx="3502152" cy="411480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93024" y="169164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3024" y="2148840"/>
            <a:ext cx="3502152" cy="320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8421624" y="176479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secret.csv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21624" y="214884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配慮リスト（取り扱い注意）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21624" y="265176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列構成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21624" y="29260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種別・対象1・対象2・対象座席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21624" y="4023360"/>
            <a:ext cx="3044952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42062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隣接禁止／禁止席／席固定を指定。個人情報を含むため保存ファイルには含まれない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CSVを読み込んで自動配置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2F5FB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143000" y="2057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ここに3つのCSVをまとめてドラッグ＆ドロップ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（またはボタンで個別に選択）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32918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918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月間シフト選択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2026-06_shift.csv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66360" y="3392424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32918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読み込み済み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385876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587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新人リスト選択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3858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rookie.csv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6360" y="3959352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8587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読み込み済み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442569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4256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配慮リスト選択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44256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secret.csv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66360" y="4526280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442569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読み込み済み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" y="5084064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0840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配置対象日：2026年6月 ▾ 2026-06-01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5815584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8155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自動配置を実行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読み込む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193852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3ファイルをまとめてドラッグ&amp;ドロップ、またはボタンで個別選択します。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72200" y="2651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対象日を選ぶ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72200" y="303580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月間シフトCSV読み込み後、「配置対象日」から配置したい日を選びます（年月は自動表示）。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7220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実行する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413308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「自動配置を実行」を押すと、その日の出勤者がルールに沿って自動で座席へ割り当てられます。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7220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メッセージを確認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523036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配置しきれなかった人や形式エラーなどがあれば「2. メッセージ」欄に警告・エラーとして表示されます。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配置ルール：日勤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夜勤ではないスタッフ（開始22:00以前かつ終了26:00以前）が対象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12064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OP（一般スタッフ）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92224" y="260604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260604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260604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30098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00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92224" y="330098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2224" y="3300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330098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3300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82112" y="330098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300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3995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92224" y="3995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92224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87168" y="3995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82112" y="3995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97280" y="469087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92224" y="469087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92224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87168" y="469087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2F5FB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269748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全15席へ、席固定 ＞ 新人固定席 ＞ 出勤時刻順で自動配置されます。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9320" y="169164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1691640"/>
            <a:ext cx="5577840" cy="594360"/>
          </a:xfrm>
          <a:prstGeom prst="roundRect">
            <a:avLst>
              <a:gd name="adj" fmla="val 13846"/>
            </a:avLst>
          </a:prstGeom>
          <a:solidFill>
            <a:srgbClr val="FF7A45"/>
          </a:solidFill>
          <a:ln/>
        </p:spPr>
      </p:sp>
      <p:sp>
        <p:nvSpPr>
          <p:cNvPr id="41" name="Shape 39"/>
          <p:cNvSpPr/>
          <p:nvPr/>
        </p:nvSpPr>
        <p:spPr>
          <a:xfrm>
            <a:off x="5989320" y="2011680"/>
            <a:ext cx="5577840" cy="2743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1691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役席・GL（リーダー職）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217920" y="2560320"/>
            <a:ext cx="244602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651760"/>
            <a:ext cx="21717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早番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35508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6948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2540" y="2560320"/>
            <a:ext cx="244602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29700" y="2651760"/>
            <a:ext cx="21717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遅番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2970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8690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44100" y="30175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970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690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44100" y="3474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41148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最大6名ずつ（役席→GLの順・出勤が早い順）。遅番＝開始12:00以降、または前残業ありかつ開始10:00以降。7人目以降は配置されずメッセージで通知されます。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配置ルール：夜勤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夜勤＝開始時刻が22:00より遅い、または終了時刻が26:00より遅いスタッフ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9496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539496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役席・GL（夜勤GL枠）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542032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441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1名の場合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・「夜勤GL」枠 2行1列目に配置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328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2名以上の場合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7216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・1名を夜勤GL枠2行1列目へ（secret.csvの「夜勤GL席」指定者を優先。複数/該当なしはランダム選出）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2885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・次の1名を座席10へ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855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・3人目以降は空いている座席へ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4681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※「夜勤GL席」を指定されていても選ばれなかった人には座席カードに「夜勤GL席」バッジが付きます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91640"/>
            <a:ext cx="5257800" cy="594360"/>
          </a:xfrm>
          <a:prstGeom prst="roundRect">
            <a:avLst>
              <a:gd name="adj" fmla="val 13846"/>
            </a:avLst>
          </a:prstGeom>
          <a:solidFill>
            <a:srgbClr val="FF7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011680"/>
            <a:ext cx="5257800" cy="2743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916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OP（座席1〜15）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2514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配置優先順位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288036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880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席固定（secret.csv）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355848"/>
            <a:ext cx="4709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344728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34472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4472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新人固定席（rookie.csv）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3922776"/>
            <a:ext cx="4709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4014216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0142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出勤時刻順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471830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夜勤に限り、同列で隣接する座席を（候補があれば）避けて配置します。席固定などで結果的に隣接する場合は問題なし（メッセージも出ません）。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座席カードのバッジの見方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座席カード右側の色付きラベルで、その人に関するルールがひと目でわかります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08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080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新人1〜4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6916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rookie.csv記載者の優先順位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7752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7520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席固定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6060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secret.csvで座席を指定されている対象者（候補1〜2件は番号、3件以上は「複数有」）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896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8960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5204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secret.csvで配置を禁止されている対象者（表示ルールは席固定と同じ）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040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FBF3D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0400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隣禁止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44348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隣接禁止の対象者。ペアごとにA・B・C…が付き、自分の属する記号すべてを表示（例：2ペアなら「AB」）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5184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FFF3B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1840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夜勤GL席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53492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「夜勤GL席」指定だが夜勤GL枠に選ばれず座席1〜15に配置された人（夜勤のみ）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手動調整と違反チェック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自動配置のあと、必要に応じて手直しできます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42062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ドラッグ＆ドロップ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座席カード同士、あるいは早番⇔遅番、座席⇔あふれなど、枠をまたいで自由に入れ替えできます。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同じ操作方法は日勤・夜勤どちらのパネルでも共通です。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502152" cy="42062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96596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0872" y="265176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 アイコンで編集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3246120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各カードの氏名右の✎から、氏名・時刻の手入力修正や、当日の配置からの削除ができます。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3024" y="1691640"/>
            <a:ext cx="3502152" cy="420624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1965960"/>
            <a:ext cx="548640" cy="5486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67344" y="265176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配置違反チェック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7344" y="3246120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「手動変更後 配置違反チェック」ボタンで、隣接禁止・禁止席などのルール違反に加え、日勤/夜勤の入れ違いや夜勤GL枠の空きも検出します。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67344" y="4480560"/>
            <a:ext cx="2953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ドラッグ操作は自動チェックされないため、手直し後は必ず押しましょう。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印刷 ／ 保存・読み込み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2120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印刷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88720" y="2468880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1ページ目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2ページ目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夜勤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A4各1枚。両面コピー想定で、1枚目＝日勤、2枚目＝夜勤として出力されます。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5544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55448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FF7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1874520"/>
            <a:ext cx="5212080" cy="2743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554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保存・読み込み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29400" y="2478024"/>
            <a:ext cx="109728" cy="10972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3500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「現在の配置を保存」→ 表示中の配置（手動調整分を含む）をJSONファイルとしてダウンロード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346704"/>
            <a:ext cx="109728" cy="10972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2186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「保存した配置を読み込む」→ 保存済みJSONファイルを選ぶと、その時点の配置画面を復元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206240"/>
            <a:ext cx="4663440" cy="1417320"/>
          </a:xfrm>
          <a:prstGeom prst="roundRect">
            <a:avLst>
              <a:gd name="adj" fmla="val 4516"/>
            </a:avLst>
          </a:prstGeom>
          <a:solidFill>
            <a:srgbClr val="FBF3DE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3434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プライバシーへの配慮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保存ファイルには secret.csv 由来の情報（席固定・禁止席などのバッジ情報）は一切含まれません。読み込み後にチェックやバッジ表示を使うには、別途 secret.csv の読み込みが必要です（読み込み済みなら自動的に適用）。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1280160" cy="411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日々の作業は「CSV読み込み → 対象日を選ぶ → 自動配置を実行」の3手だけ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手直しはドラッグ＆ドロップ、確認は「配置違反チェック」で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4747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印刷はA4両面（日勤・夜勤）、配置はJSONで保存・復元できる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2519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secret.csvの内容は保存ファイルに含まれないので安心して保存できる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困ったときは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6235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画面下部の「操作方法について」「CSVの形式について」の各説明（詳細）を開くと、その場で確認できます。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座席配置ツール 使い方ガイド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2026-07-12T04:29:42Z</dcterms:created>
  <dcterms:modified xsi:type="dcterms:W3CDTF">2026-07-12T04:29:42Z</dcterms:modified>
</cp:coreProperties>
</file>